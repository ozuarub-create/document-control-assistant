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659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562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22 Final Application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0" y="65562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Omar Zuarub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9189720" y="777240"/>
            <a:ext cx="530352" cy="4389120"/>
          </a:xfrm>
          <a:prstGeom prst="roundRect">
            <a:avLst>
              <a:gd name="adj" fmla="val 10345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480000">
            <a:off x="10104120" y="1143000"/>
            <a:ext cx="530352" cy="4389120"/>
          </a:xfrm>
          <a:prstGeom prst="roundRect">
            <a:avLst>
              <a:gd name="adj" fmla="val 10345"/>
            </a:avLst>
          </a:prstGeom>
          <a:solidFill>
            <a:srgbClr val="14B8A6">
              <a:alpha val="7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11018520" y="1508760"/>
            <a:ext cx="530352" cy="4389120"/>
          </a:xfrm>
          <a:prstGeom prst="roundRect">
            <a:avLst>
              <a:gd name="adj" fmla="val 10345"/>
            </a:avLst>
          </a:prstGeom>
          <a:solidFill>
            <a:srgbClr val="60A5FA">
              <a:alpha val="7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85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3C5FD"/>
                </a:solidFill>
              </a:rPr>
              <a:t>WEEK 22 · FINAL RELEASE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Production-Ready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Document Control Assistant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2971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Standalone application · Authentication · Docker · Complete technical documentation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3840480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28 tests passed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3840480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Version 8.0.0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62272" y="3840480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Docker ready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36792" y="3840480"/>
            <a:ext cx="1664208" cy="438912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Final presentation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5166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Omar Zuarub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3232" y="5559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United Arab Emirates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Application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All previously developed modules integrated into one standalone platform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3444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Ingest &amp; classify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71907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PDF/DOCX upload, text extraction, classification, and confidence scoring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234440"/>
            <a:ext cx="73152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Register &amp; version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02736" y="171907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Metadata repository, version history, and lifecycle workflow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0216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0216" y="123444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Search &amp; converse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01384" y="171907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Metadata, semantic, natural-language, and cited conversational retrieval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98864" y="12344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98864" y="1234440"/>
            <a:ext cx="73152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Review &amp; comply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00032" y="171907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Quality checks, summaries, duplicate detection, and PDF/JSON reports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4747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47472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Relationships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" y="395935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RFIs, drawings, specifications, meeting minutes, action items, and graph viewer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34747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01568" y="3474720"/>
            <a:ext cx="73152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Analytics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02736" y="395935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Dashboard metrics, workflow summaries, document-type reporting, and readiness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0216" y="34747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0216" y="3474720"/>
            <a:ext cx="73152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1384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01384" y="395935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Users, roles, secure passwords, expiring tokens, and audit events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98864" y="347472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98864" y="3474720"/>
            <a:ext cx="73152" cy="18745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00032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400032" y="3959352"/>
            <a:ext cx="2286000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Environment configuration, Docker image, Compose volumes, and health checks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Modular layers separate user interaction, business services, persistence, and deployment</a:t>
            </a:r>
            <a:endParaRPr lang="en-US" sz="1250" dirty="0"/>
          </a:p>
        </p:txBody>
      </p:sp>
      <p:pic>
        <p:nvPicPr>
          <p:cNvPr id="4" name="Image 0" descr="/mnt/data/_week22_work/week22_update_files/docs/architecture_week2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6111" y="1143000"/>
            <a:ext cx="8509299" cy="5166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Document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One connected workflow from upload to cited project knowledge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96596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2768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28346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Upload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32735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PDF / DOCX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0512" y="2679192"/>
            <a:ext cx="256032" cy="5029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5688" y="196596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14884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2768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85416" y="28346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Classify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85416" y="32735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Type + confidence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679192"/>
            <a:ext cx="256032" cy="5029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9896" y="196596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78808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22768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9624" y="28346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Extract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9624" y="32735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Metadata + 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38928" y="2679192"/>
            <a:ext cx="256032" cy="5029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96596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43016" y="214884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43016" y="22768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13832" y="28346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Validate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13832" y="32735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Review + compliance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03136" y="2679192"/>
            <a:ext cx="256032" cy="5029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68312" y="196596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07224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22768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28346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Control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78040" y="32735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Version + workflow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67344" y="2679192"/>
            <a:ext cx="256032" cy="5029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196596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71432" y="214884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1432" y="22768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42248" y="28346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Discover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842248" y="32735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Search + graph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131552" y="2679192"/>
            <a:ext cx="256032" cy="50292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96728" y="1965960"/>
            <a:ext cx="1371600" cy="196596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35640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35640" y="22768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06456" y="283464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Answer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06456" y="327355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Conversation + citations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508760" y="4709160"/>
            <a:ext cx="9189720" cy="77724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37360" y="4956048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Audit trail + analytics + production readiness operate across the complete lifecycle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&amp; Basic User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modular security layer protects the final standalone application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007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Register / Admin creates user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1984248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0487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054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PBKDF2-SHA256 password hash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60704" y="2788920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209544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01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Login issues expiring Bearer token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60704" y="3593592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14216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148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Middleware validates protected request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60704" y="4398264"/>
            <a:ext cx="0" cy="4114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818888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9194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4864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Logout or deactivation revokes session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132588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325880"/>
            <a:ext cx="73152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14630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User Roles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73368" y="1810512"/>
            <a:ext cx="50749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Admin: user management and audit 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User: authenticated document operations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816352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2816352"/>
            <a:ext cx="73152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2953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Production Mode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73368" y="3300984"/>
            <a:ext cx="50749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Docker sets AUTH_REQUIRED=true. Public endpoints remain available for login, health, docs, and readiness.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4306824"/>
            <a:ext cx="5394960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4306824"/>
            <a:ext cx="73152" cy="1545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444398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Operational Security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73368" y="4791456"/>
            <a:ext cx="507492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Secrets are injected through .env; raw passwords and raw tokens are never stored; account deactivation revokes sessions.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repeatable standalone deployment with persistent data and health monitoring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43000" y="1325880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5087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Browser / API Client  →  http://localhost:8000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2148840"/>
            <a:ext cx="8778240" cy="621792"/>
          </a:xfrm>
          <a:prstGeom prst="roundRect">
            <a:avLst>
              <a:gd name="adj" fmla="val 7353"/>
            </a:avLst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33172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Docker Compose 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2971800"/>
            <a:ext cx="7680960" cy="621792"/>
          </a:xfrm>
          <a:prstGeom prst="roundRect">
            <a:avLst>
              <a:gd name="adj" fmla="val 7353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315468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Python 3.13 + FastAPI + Uvicorn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3794760"/>
            <a:ext cx="6583680" cy="621792"/>
          </a:xfrm>
          <a:prstGeom prst="roundRect">
            <a:avLst>
              <a:gd name="adj" fmla="val 7353"/>
            </a:avLst>
          </a:prstGeom>
          <a:solidFill>
            <a:srgbClr val="60A5FA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97764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Non-root application container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4617720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48006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Named volumes: database + reports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5596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Quick start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5422392"/>
            <a:ext cx="9464040" cy="50292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5577840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   →    docker compose up --build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Demonstration &amp; Quality Evidence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Automated verification plus a complete production-readiness walkthrough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429000" cy="1115568"/>
          </a:xfrm>
          <a:prstGeom prst="roundRect">
            <a:avLst>
              <a:gd name="adj" fmla="val 491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90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28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20240" y="1581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1325880"/>
            <a:ext cx="3429000" cy="1115568"/>
          </a:xfrm>
          <a:prstGeom prst="roundRect">
            <a:avLst>
              <a:gd name="adj" fmla="val 491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144" y="1490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8.0.0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742432" y="1581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Final 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38744" y="1325880"/>
            <a:ext cx="3429000" cy="1115568"/>
          </a:xfrm>
          <a:prstGeom prst="roundRect">
            <a:avLst>
              <a:gd name="adj" fmla="val 491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1490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64624" y="1581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Failed readiness checks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43200"/>
            <a:ext cx="3429000" cy="1115568"/>
          </a:xfrm>
          <a:prstGeom prst="roundRect">
            <a:avLst>
              <a:gd name="adj" fmla="val 4918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907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Bearer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29992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16552" y="2743200"/>
            <a:ext cx="3429000" cy="1115568"/>
          </a:xfrm>
          <a:prstGeom prst="roundRect">
            <a:avLst>
              <a:gd name="adj" fmla="val 4918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2907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Docker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42432" y="29992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38744" y="2743200"/>
            <a:ext cx="3429000" cy="1115568"/>
          </a:xfrm>
          <a:prstGeom prst="roundRect">
            <a:avLst>
              <a:gd name="adj" fmla="val 4918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29077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5–7 min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64624" y="29992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Recording guide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370832"/>
            <a:ext cx="11018520" cy="1115568"/>
          </a:xfrm>
          <a:prstGeom prst="roundRect">
            <a:avLst>
              <a:gd name="adj" fmla="val 491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90872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Demo flow: login → upload → classify → review → compliance → workflow → search → graph → cited conversation → dashboard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5715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Evidence files: demo_week22_results.json · technical documentation · architecture diagram · final presentation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Week 22 completes the AI Document Control Assistant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350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Final application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Integrated standalone FastAPI platform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482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Docker 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9476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Dockerfile, Compose, environment configuration, volumes, and health check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706624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614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6609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User guide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66090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Local use, authentication, documents, search, review, conversation, and troubleshooting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19856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747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3741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Architecture documentation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37413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Layered design, module responsibilities, data model, security, and deployment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133088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87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Final presentation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40873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This slide deck for project review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4846320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0118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8006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Live demonstration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48006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Step-by-step screen-recording guide covering the complete workflow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5623560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80644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GitHub: github.com/ozuarub-create/document-control-assistant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United Arab Emirates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22 – Production-Ready AI Document Control Assistant</dc:title>
  <dc:subject>Week 22 Final AI Document Control Assistant</dc:subject>
  <dc:creator>Omar Zuarub</dc:creator>
  <cp:lastModifiedBy>Omar Zuarub</cp:lastModifiedBy>
  <cp:revision>1</cp:revision>
  <dcterms:created xsi:type="dcterms:W3CDTF">2026-07-23T08:34:03Z</dcterms:created>
  <dcterms:modified xsi:type="dcterms:W3CDTF">2026-07-23T08:34:03Z</dcterms:modified>
</cp:coreProperties>
</file>
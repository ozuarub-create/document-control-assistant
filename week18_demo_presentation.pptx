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AI Document Control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Week 18 - Unified Document Lifecycle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74151"/>
                </a:solidFill>
              </a:defRPr>
            </a:pPr>
            <a:r>
              <a:t>Integrated platform for construction document control</a:t>
            </a:r>
          </a:p>
          <a:p>
            <a:pPr>
              <a:spcAft>
                <a:spcPts val="1000"/>
              </a:spcAft>
              <a:defRPr sz="2200">
                <a:solidFill>
                  <a:srgbClr val="374151"/>
                </a:solidFill>
              </a:defRPr>
            </a:pPr>
            <a:r>
              <a:t>Upload, classify, register, search, review, route, and report documents</a:t>
            </a:r>
          </a:p>
          <a:p>
            <a:pPr>
              <a:spcAft>
                <a:spcPts val="1000"/>
              </a:spcAft>
              <a:defRPr sz="2200">
                <a:solidFill>
                  <a:srgbClr val="374151"/>
                </a:solidFill>
              </a:defRPr>
            </a:pPr>
            <a:r>
              <a:t>Built with FastAPI, SQLite, local embeddings, and explainable validation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74151"/>
                </a:solidFill>
              </a:defRPr>
            </a:pPr>
            <a:r>
              <a:t>Week 18 - AI Document Control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Integrated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Week 15: document ingestion, classification, metadata extraction, confidence scoring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Week 16: document register, version tracking, metadata search, semantic search, natural language queries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Week 17: validation rules, missing information checks, duplicate detection, summaries, recommendations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Week 18: dashboard, workflow states, analytics, reporting, architecture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74151"/>
                </a:solidFill>
              </a:defRPr>
            </a:pPr>
            <a:r>
              <a:t>Week 18 - AI Document Control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Platform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1. User uploads PDF or DOCX document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2. System extracts text and metadata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3. Classification engine identifies document type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4. Register stores metadata, versions, and embeddings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5. Review engine validates quality and detects duplicates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6. Workflow engine moves document through lifecycle states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7. Dashboard and analytics show platform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74151"/>
                </a:solidFill>
              </a:defRPr>
            </a:pPr>
            <a:r>
              <a:t>Week 18 - AI Document Control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Workflow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registered - document stored in the register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under_review - document is being checked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needs_revision - document requires correction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approved - document passed review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rejected - document failed validation or duplicate checks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archived - document lifecycle is closed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74151"/>
                </a:solidFill>
              </a:defRPr>
            </a:pPr>
            <a:r>
              <a:t>Week 18 - AI Document Control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Analytics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Document totals, latest documents, and older versions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Counts by document type and discipline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Workflow state distribution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Review status counts and duplicate review count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Average classification confidence and review quality score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Accuracy and performance report generated by the Week 18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74151"/>
                </a:solidFill>
              </a:defRPr>
            </a:pPr>
            <a:r>
              <a:t>Week 18 - AI Document Control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Demo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50 sample documents loaded into the register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Classification accuracy: 50/50 on the sample dataset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Traditional, semantic, and natural language search demonstrated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New uploaded document reviewed and routed through workflow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Duplicate detection demonstrated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Automated tests passed: 11 passed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74151"/>
                </a:solidFill>
              </a:defRPr>
            </a:pPr>
            <a:r>
              <a:t>Week 18 - AI Document Control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Submission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Fully integrated AI Document Control Assistant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End-to-end demo script: demo_week18.py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Architecture documentation and diagram in docs/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Technical documentation in docs/TECHNICAL_DOCUMENTATION.md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Accuracy and performance report in docs/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Demo presentation: week18_demo_presentation.pptx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74151"/>
                </a:solidFill>
              </a:defRPr>
            </a:pPr>
            <a:r>
              <a:t>Week 18 - AI Document Control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